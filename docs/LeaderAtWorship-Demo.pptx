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19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81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LeaderAtWorship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敬拜字幕生成與即時投影控制工具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474720"/>
            <a:ext cx="2743200" cy="0"/>
          </a:xfrm>
          <a:prstGeom prst="line">
            <a:avLst/>
          </a:prstGeom>
          <a:noFill/>
          <a:ln w="254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FastAPI  |  Optimized for Apple Silicon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專案簡介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LeaderAtWorship 是一套專為教會敬拜團隊設計的自動化字幕系統。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56032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19456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自動化處理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 YouTube 連結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自動完成全部流程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29000" y="192024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9"/>
          <p:cNvSpPr/>
          <p:nvPr/>
        </p:nvSpPr>
        <p:spPr>
          <a:xfrm>
            <a:off x="3429000" y="1920240"/>
            <a:ext cx="256032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194560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智慧歌詞對齊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1188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多來源歌詞搜尋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錨點式精確對齊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3"/>
          <p:cNvSpPr/>
          <p:nvPr/>
        </p:nvSpPr>
        <p:spPr>
          <a:xfrm>
            <a:off x="6217920" y="1920240"/>
            <a:ext cx="256032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19456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即時投影控制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0080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即時同步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一鍵操控投影畫面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系統架構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645920" cy="64008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68880" y="1188720"/>
            <a:ext cx="6035040" cy="64008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651760" y="11887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  |  WebSocket Client  |  Audio Player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1645920" cy="64008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68880" y="2011680"/>
            <a:ext cx="6035040" cy="64008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2651760" y="20116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 |  WebSocket Server  |  Background Tasks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68880" y="2011680"/>
            <a:ext cx="54864" cy="64008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1645920" cy="64008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834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68880" y="2834640"/>
            <a:ext cx="6035040" cy="64008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2651760" y="28346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DL  |  Demucs  |  Whisper  |  Lyrics  |  Aligner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8880" y="2834640"/>
            <a:ext cx="54864" cy="6400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1645920" cy="64008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3657600"/>
            <a:ext cx="6035040" cy="640080"/>
          </a:xfrm>
          <a:prstGeom prst="rect">
            <a:avLst/>
          </a:prstGeom>
          <a:solidFill>
            <a:srgbClr val="1A23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2651760" y="36576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(aiosqlite)  |  Alembic Migrations  |  File Storage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468880" y="3657600"/>
            <a:ext cx="54864" cy="640080"/>
          </a:xfrm>
          <a:prstGeom prst="rect">
            <a:avLst/>
          </a:prstGeom>
          <a:solidFill>
            <a:srgbClr val="BC8C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最佳化：MPS 自動偵測 + mlx-whisper 本地推論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處理流程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887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031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下載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yt-dlp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208" y="242316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874520" y="1280160"/>
            <a:ext cx="11887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9"/>
          <p:cNvSpPr/>
          <p:nvPr/>
        </p:nvSpPr>
        <p:spPr>
          <a:xfrm>
            <a:off x="2240280" y="146304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0"/>
          <p:cNvSpPr/>
          <p:nvPr/>
        </p:nvSpPr>
        <p:spPr>
          <a:xfrm>
            <a:off x="22402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4560" y="210312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人聲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分離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87452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Demucs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528" y="2423160"/>
            <a:ext cx="201168" cy="20116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291840" y="1280160"/>
            <a:ext cx="11887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4"/>
          <p:cNvSpPr/>
          <p:nvPr/>
        </p:nvSpPr>
        <p:spPr>
          <a:xfrm>
            <a:off x="3657600" y="146304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5"/>
          <p:cNvSpPr/>
          <p:nvPr/>
        </p:nvSpPr>
        <p:spPr>
          <a:xfrm>
            <a:off x="36576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210312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291840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語音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轉錄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29184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mlx-whisper</a:t>
            </a:r>
            <a:endParaRPr lang="en-US" sz="10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423160"/>
            <a:ext cx="201168" cy="20116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4709160" y="1280160"/>
            <a:ext cx="11887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19"/>
          <p:cNvSpPr/>
          <p:nvPr/>
        </p:nvSpPr>
        <p:spPr>
          <a:xfrm>
            <a:off x="5074920" y="146304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0"/>
          <p:cNvSpPr/>
          <p:nvPr/>
        </p:nvSpPr>
        <p:spPr>
          <a:xfrm>
            <a:off x="50749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2103120"/>
            <a:ext cx="548640" cy="5486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09160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歌詞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470916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多來源 API</a:t>
            </a:r>
            <a:endParaRPr lang="en-US" sz="10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2423160"/>
            <a:ext cx="201168" cy="201168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6126480" y="1280160"/>
            <a:ext cx="11887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24"/>
          <p:cNvSpPr/>
          <p:nvPr/>
        </p:nvSpPr>
        <p:spPr>
          <a:xfrm>
            <a:off x="6492240" y="146304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25"/>
          <p:cNvSpPr/>
          <p:nvPr/>
        </p:nvSpPr>
        <p:spPr>
          <a:xfrm>
            <a:off x="64922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2103120"/>
            <a:ext cx="548640" cy="5486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126480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錨點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對齊</a:t>
            </a:r>
            <a:endParaRPr lang="en-US" sz="1300" dirty="0"/>
          </a:p>
        </p:txBody>
      </p:sp>
      <p:sp>
        <p:nvSpPr>
          <p:cNvPr id="38" name="Text 27"/>
          <p:cNvSpPr/>
          <p:nvPr/>
        </p:nvSpPr>
        <p:spPr>
          <a:xfrm>
            <a:off x="612648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演算法</a:t>
            </a:r>
            <a:endParaRPr lang="en-US" sz="10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2423160"/>
            <a:ext cx="201168" cy="201168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7543800" y="1280160"/>
            <a:ext cx="11887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29"/>
          <p:cNvSpPr/>
          <p:nvPr/>
        </p:nvSpPr>
        <p:spPr>
          <a:xfrm>
            <a:off x="7909560" y="1463040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30"/>
          <p:cNvSpPr/>
          <p:nvPr/>
        </p:nvSpPr>
        <p:spPr>
          <a:xfrm>
            <a:off x="79095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0" y="2103120"/>
            <a:ext cx="548640" cy="54864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7543800" y="27432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字幕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</a:t>
            </a:r>
            <a:endParaRPr lang="en-US" sz="1300" dirty="0"/>
          </a:p>
        </p:txBody>
      </p:sp>
      <p:sp>
        <p:nvSpPr>
          <p:cNvPr id="45" name="Text 32"/>
          <p:cNvSpPr/>
          <p:nvPr/>
        </p:nvSpPr>
        <p:spPr>
          <a:xfrm>
            <a:off x="7543800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 / VTT</a:t>
            </a:r>
            <a:endParaRPr lang="en-US" sz="1000" dirty="0"/>
          </a:p>
        </p:txBody>
      </p:sp>
      <p:sp>
        <p:nvSpPr>
          <p:cNvPr id="46" name="Text 3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支援並行處理 — 多首歌曲可同時在不同階段執行（per-stage semaphores）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1：Dashboard + YouTube 提交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303520" y="137160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開啟 Web 介面首頁 Dashboard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 YouTube 連結（支援各種 URL 格式）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一鍵提交至後台 Pipeline 處理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即時回饋任務 ID 與狀態</a:t>
            </a:r>
            <a:endParaRPr lang="en-US" sz="1400" dirty="0"/>
          </a:p>
        </p:txBody>
      </p:sp>
      <p:pic>
        <p:nvPicPr>
          <p:cNvPr id="12" name="圖片 11" descr="一張含有 文字, 螢幕擷取畫面, 陳列, 軟體 的圖片&#10;&#10;AI 產生的內容可能不正確。">
            <a:extLst>
              <a:ext uri="{FF2B5EF4-FFF2-40B4-BE49-F238E27FC236}">
                <a16:creationId xmlns:a16="http://schemas.microsoft.com/office/drawing/2014/main" id="{8CAD46C3-55ED-9315-0339-65DAD2B33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08" y="1127383"/>
            <a:ext cx="3787992" cy="37417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2：Pipeline 處理狀態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303520" y="137160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即時追蹤每首歌曲的處理進度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顯示各階段狀態：下載 → 分離 → 轉錄 → 對齊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處理完成後自動生成字幕檔案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支援同時處理多首歌曲</a:t>
            </a:r>
            <a:endParaRPr lang="en-US" sz="1400" dirty="0"/>
          </a:p>
        </p:txBody>
      </p:sp>
      <p:pic>
        <p:nvPicPr>
          <p:cNvPr id="9" name="圖片 8" descr="一張含有 文字, 螢幕擷取畫面, 軟體, 網頁 的圖片&#10;&#10;AI 產生的內容可能不正確。">
            <a:extLst>
              <a:ext uri="{FF2B5EF4-FFF2-40B4-BE49-F238E27FC236}">
                <a16:creationId xmlns:a16="http://schemas.microsoft.com/office/drawing/2014/main" id="{C953766B-9A6C-41E8-53D7-70E1AE73E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15" y="1146395"/>
            <a:ext cx="3567568" cy="35240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3：敬拜流程編輯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303520" y="137160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建立敬拜流程（Worship Flow）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從歌曲庫中選擇並排序歌曲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拖拽調整播放順序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儲存流程供投影使用</a:t>
            </a:r>
            <a:endParaRPr lang="en-US" sz="1400" dirty="0"/>
          </a:p>
        </p:txBody>
      </p:sp>
      <p:pic>
        <p:nvPicPr>
          <p:cNvPr id="9" name="圖片 8" descr="一張含有 文字, 螢幕擷取畫面, 軟體, 網頁 的圖片&#10;&#10;AI 產生的內容可能不正確。">
            <a:extLst>
              <a:ext uri="{FF2B5EF4-FFF2-40B4-BE49-F238E27FC236}">
                <a16:creationId xmlns:a16="http://schemas.microsoft.com/office/drawing/2014/main" id="{F08ADC81-71C5-C52D-737F-8D5C53AA1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126" y="1256077"/>
            <a:ext cx="3666874" cy="36221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4：歌詞投影顯示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303520" y="137160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全螢幕黑底投影模式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行滑動視窗歌詞顯示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當前行高亮，上下文淡出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支援中英文歌詞顯示</a:t>
            </a:r>
            <a:endParaRPr lang="en-US" sz="1400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4210A40-F046-D261-8952-E9D3C1346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23" y="1072035"/>
            <a:ext cx="3965921" cy="3917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5：控制台操作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303520" y="137160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上/下一行、上/下一首導航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黑幕切換（禱告時使用）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音訊播放：原聲/人聲/伴奏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即時字幕列表與手動輸入</a:t>
            </a:r>
            <a:endParaRPr lang="en-US" sz="1400" dirty="0"/>
          </a:p>
        </p:txBody>
      </p:sp>
      <p:pic>
        <p:nvPicPr>
          <p:cNvPr id="11" name="圖片 10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30295910-C020-7C82-1BB0-A47062878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88" y="1109049"/>
            <a:ext cx="3721269" cy="36758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技術亮點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06040" cy="160020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280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 優化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 自動偵測 GPU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mlx-whisper 本地推論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097280"/>
            <a:ext cx="2606040" cy="160020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2801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77640" y="1280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多來源歌詞搜尋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7472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Tencent · NetEase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Musixmatch · LRCLIB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1097280"/>
            <a:ext cx="2606040" cy="160020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801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12280" y="1280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繁簡轉換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30936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OpenCC s2twp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簡體自動轉繁體台灣用詞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2926080"/>
            <a:ext cx="2606040" cy="160020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10896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錨點式 DP 對齊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4008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RapidFuzz 模糊匹配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動態規劃最佳路徑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291840" y="2926080"/>
            <a:ext cx="2606040" cy="160020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10896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7764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即時同步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47472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顯示端 + 控制端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 &lt; 50ms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126480" y="2926080"/>
            <a:ext cx="2606040" cy="160020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108960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1228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並行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309360" y="3657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Semaphore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多首歌同時處理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未來規劃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94360" cy="594360"/>
          </a:xfrm>
          <a:prstGeom prst="ellipse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29844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歌詞校正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1508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 LLM 自動修正 Whisper 轉錄錯誤，提升字幕品質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594360" cy="594360"/>
          </a:xfrm>
          <a:prstGeom prst="ellipse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21284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行動裝置控制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6304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手機瀏覽器即可操控投影，無需額外安裝 App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017520"/>
            <a:ext cx="594360" cy="594360"/>
          </a:xfrm>
          <a:prstGeom prst="ellipse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12724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雲端歌詞庫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63040" y="3337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建立教會共享歌詞資料庫，一次校正全教會受益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3931920"/>
            <a:ext cx="594360" cy="594360"/>
          </a:xfrm>
          <a:prstGeom prst="ellipse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04164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多螢幕支援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63040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支援多個投影螢幕同時輸出，適應大型聚會場景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讓科技服事敬拜，讓敬拜更加專注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749040"/>
            <a:ext cx="274320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github.com/PH-SHIH/LeaderAtWorship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289</Words>
  <Application>Microsoft Macintosh PowerPoint</Application>
  <PresentationFormat>如螢幕大小 (16:9)</PresentationFormat>
  <Paragraphs>118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LeaderAtWorship — 敬拜字幕生成與即時投影控制</dc:title>
  <dc:subject>PptxGenJS Presentation</dc:subject>
  <dc:creator>LeaderAtWorship</dc:creator>
  <cp:lastModifiedBy>邦欣 施</cp:lastModifiedBy>
  <cp:revision>2</cp:revision>
  <dcterms:created xsi:type="dcterms:W3CDTF">2026-03-10T13:18:25Z</dcterms:created>
  <dcterms:modified xsi:type="dcterms:W3CDTF">2026-03-10T13:28:37Z</dcterms:modified>
</cp:coreProperties>
</file>